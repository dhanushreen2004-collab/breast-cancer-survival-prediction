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32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| Random Forest | XGBoost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918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2918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32918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Dhanushree 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| Machine Learning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Breast Cancer?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7432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occurs when cells in the breast grow uncontrollably, forming a tumor. It is the most commonly diagnosed cancer in women worldwide, affecting 1 in 8 women in their lifetime.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01952"/>
            <a:ext cx="2743200" cy="29718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01952"/>
            <a:ext cx="27432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751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&amp; Risk Factors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risk increases after 40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&amp; BRCA gene mutations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factors (estrogen exposure)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and unhealthy lifestyle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pregnancy or no pregnancy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alcohol consumption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901952"/>
            <a:ext cx="2743200" cy="29718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901952"/>
            <a:ext cx="27432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9751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or thickening in the breast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breast shape or size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dimpling or redness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 or inversion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in breast or armpit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Swollen lymph nodes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901952"/>
            <a:ext cx="2743200" cy="29718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901952"/>
            <a:ext cx="27432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9751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08776" y="242316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— lumpectomy or mastectomy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— kills cancer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therapy — targeted beams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therapy — blocks estrogen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therapy — HER2 blockers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— boosts immunity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38404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859536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a leading cause of death among women worldwide. Existing ML models fail on imbalanced medical datasets — they are biased toward predicting Alive, causing them to miss high-risk Dead patients. Missing a Dead patient in clinical screening is life threatening.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859536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880360"/>
            <a:ext cx="50292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80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breast cancer patient survival status (Alive / Dead) using clinical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92424"/>
            <a:ext cx="859536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392424"/>
            <a:ext cx="50292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92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924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3 ML models — Logistic Regression, Random Forest, XGBoost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904488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04488"/>
            <a:ext cx="50292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04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044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using SMOTE to improve detection of high-risk patients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416552"/>
            <a:ext cx="859536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416552"/>
            <a:ext cx="50292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16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165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— ensuring maximum Dead patients are correctly identified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7F0E66-0CFF-79E6-3F90-C74DA27F3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4"/>
            <a:ext cx="9144000" cy="497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9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9260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Class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highly imbalanced — 2723 Alive vs 496 Dead patients (5:1 ratio). Models trained without balancing will be biased toward Alive.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Age vs Survival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are aged 40–70. Dead patients tend to be slightly older than Alive patients.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Tumor Size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7157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patients have larger tumor sizes on average. Very large tumors (outliers) are more common in the Dead group.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33172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Estrogen Status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7157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Positive patients have significantly better survival rates. Estrogen Negative patients are at higher risk of death.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 Stage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 Stage (T3, T4) is strongly associated with mortality. T1 and T2 patients have much better survival chances.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657600"/>
            <a:ext cx="420624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Kaplan-Meier Curve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416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Negative patients show a steeper survival probability drop over time — higher risk of early death.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19456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73152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— No missing values found in the dataset. Data is clean and ready for modelling.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20624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73152" cy="1600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'Status' encoded: Alive → 0, Dead → 1. Converts text labels to numeric for ML models.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80360"/>
            <a:ext cx="73152" cy="1600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applied to all categorical features. Converts categories to binary columns.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880360"/>
            <a:ext cx="420624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880360"/>
            <a:ext cx="73152" cy="1600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9260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testing. random_state=42 for reproducibility. Ensures fair model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645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05840"/>
            <a:ext cx="274320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27432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155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max_iter=1000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model. Simple and interpretable. Good for understanding feature relationships.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ROC-AUC (0.902)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30752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Low Recall (0.425) — misses 57% of Dead patients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27248" y="1005840"/>
            <a:ext cx="274320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27248" y="100584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0" y="11155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n_estimators=400, max_depth=12, class_weight='balanced'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Handles non-linear patterns. class_weight='balanced' handles imbalance.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Better Recall (0.508) than LR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730752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Still misses ~49% of Dead patients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1005840"/>
            <a:ext cx="274320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3328" y="1005840"/>
            <a:ext cx="27432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83680" y="11155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n_estimators=400, max_depth=6, learning_rate=0.05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model. scale_pos_weight handles class imbalance. Most powerful of the three.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291840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Recall with SMOTE (0.642)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730752"/>
            <a:ext cx="24688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Slightly lower accuracy than others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— SMOTE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SMOTE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7432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 (0): 2,723  |  Dead (1): 496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128016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17320"/>
            <a:ext cx="27432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 (0): 2,723  |  Dead (1): 2,723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59536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859536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76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SMOTE?  (Synthetic Minority Oversampling Technique)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(not duplicate) samples of the minority class (Dead patients)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nearest neighbors of each minority sample and generates new points between them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on training data — test data remains unchanged for honest evaluation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Balanced training set of 2,723 Alive and 2,723 Dead patients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32004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4747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005840"/>
            <a:ext cx="146304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005840"/>
            <a:ext cx="164592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(Dead)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005840"/>
            <a:ext cx="146304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34747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813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1481328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4813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1481328"/>
            <a:ext cx="1645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81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1481328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813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1956816"/>
            <a:ext cx="347472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9568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1956816"/>
            <a:ext cx="146304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9568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57800" y="1956816"/>
            <a:ext cx="164592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03720" y="1956816"/>
            <a:ext cx="146304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9568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2432304"/>
            <a:ext cx="34747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323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94760" y="2432304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432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57800" y="2432304"/>
            <a:ext cx="1645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24323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2432304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432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2907792"/>
            <a:ext cx="347472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077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SMOTE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94760" y="2907792"/>
            <a:ext cx="146304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9077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57800" y="2907792"/>
            <a:ext cx="164592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03720" y="2907792"/>
            <a:ext cx="146304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9077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3383280"/>
            <a:ext cx="34747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3832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+ SMOTE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94760" y="3383280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3383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257800" y="3383280"/>
            <a:ext cx="1645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33832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03720" y="3383280"/>
            <a:ext cx="1463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3383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" y="3858768"/>
            <a:ext cx="34747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+ SMOTE + Threshold 0.3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94760" y="3858768"/>
            <a:ext cx="146304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94760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257800" y="3858768"/>
            <a:ext cx="16459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7800" y="3858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 ⭐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903720" y="3858768"/>
            <a:ext cx="146304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3434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Best Model: XGBoost + SMOTE + Threshold 0.3  |  Highest Recall = 0.642 (most Dead patients detected)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is the Key Metric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34747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93192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High Accuracy, Low Recall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Accuracy = 90.1%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Recall = 42.5%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misses 57% of Dead patients.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hospital, these patients go untreated.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dangerous.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93192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51560"/>
            <a:ext cx="393192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Recall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+ SMOTE + Threshold 0.3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87.3%  |  Recall = 64.2%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64% of Dead patients correctly.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trade-off — false alarms 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than missed diagnoses.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Context: Cost of Errors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(predict Alive, actually Dead): 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does not receive treatment → life threatening
</a:t>
            </a: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(predict Dead, actually Alive): 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gets extra screening → manageable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What We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69848"/>
            <a:ext cx="850392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system using Logistic Regression, Random Forest, and XGBoost to predict breast cancer patient survival. Applied SMOTE to fix class imbalance and threshold tuning to maximize detection of high-risk patients.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85039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We Found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8503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67128"/>
            <a:ext cx="6400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had highest ROC-AUC (0.902) but lowest Recall (0.425) — missed 57% of Dead patients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78608"/>
            <a:ext cx="6400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78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SMOTE + Threshold 0.3 gave best Recall (0.642) — best model for medical use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90088"/>
            <a:ext cx="8503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90088"/>
            <a:ext cx="6400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900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significantly improved minority class detection by balancing training data from 5:1 to 1:1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850392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 World Impact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8503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49040"/>
            <a:ext cx="6400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49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doctors identify high-risk patients early — enabling timely treatment and saving lives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850392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60520"/>
            <a:ext cx="6400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bias in medical AI — ensuring Dead patients are not overlooked due to class imbalance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Survival Prediction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| Random Forest | XGBoost + SMOTE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18288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764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3749040"/>
            <a:ext cx="18288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37764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Fix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3749040"/>
            <a:ext cx="18288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37764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3749040"/>
            <a:ext cx="18288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37764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11696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1131</Words>
  <Application>Microsoft Office PowerPoint</Application>
  <PresentationFormat>On-screen Show (16:9)</PresentationFormat>
  <Paragraphs>183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Survival Prediction</dc:title>
  <dc:subject>PptxGenJS Presentation</dc:subject>
  <dc:creator>PptxGenJS</dc:creator>
  <cp:lastModifiedBy>Dhanushree N</cp:lastModifiedBy>
  <cp:revision>2</cp:revision>
  <dcterms:created xsi:type="dcterms:W3CDTF">2026-03-21T08:54:38Z</dcterms:created>
  <dcterms:modified xsi:type="dcterms:W3CDTF">2026-03-21T09:35:25Z</dcterms:modified>
</cp:coreProperties>
</file>